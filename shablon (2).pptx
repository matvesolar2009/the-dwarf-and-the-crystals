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0"/>
  </p:notesMasterIdLst>
  <p:sldIdLst>
    <p:sldId id="256" r:id="rId2"/>
    <p:sldId id="278" r:id="rId3"/>
    <p:sldId id="279" r:id="rId4"/>
    <p:sldId id="282" r:id="rId5"/>
    <p:sldId id="280" r:id="rId6"/>
    <p:sldId id="281" r:id="rId7"/>
    <p:sldId id="283" r:id="rId8"/>
    <p:sldId id="277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646464"/>
    <a:srgbClr val="1C75BC"/>
    <a:srgbClr val="FF8000"/>
    <a:srgbClr val="662C51"/>
    <a:srgbClr val="E1FF7F"/>
    <a:srgbClr val="BBE6F7"/>
    <a:srgbClr val="000000"/>
    <a:srgbClr val="FF0000"/>
    <a:srgbClr val="4DCCD9"/>
    <a:srgbClr val="0033F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-96" y="-57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8C9E64-F155-406B-BAF8-2712D76FB958}" type="datetimeFigureOut">
              <a:rPr lang="ru-RU" smtClean="0"/>
              <a:pPr/>
              <a:t>25.01.2026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131BB3-59F1-4680-A850-2F1BD79F340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634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20248-FD06-4FBA-BD46-C26BD7347025}" type="datetimeFigureOut">
              <a:rPr lang="ru-RU" smtClean="0"/>
              <a:pPr/>
              <a:t>25.01.2026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E6D8F-491D-4D55-B6ED-8AA5A439E13C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929089185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20248-FD06-4FBA-BD46-C26BD7347025}" type="datetimeFigureOut">
              <a:rPr lang="ru-RU" smtClean="0"/>
              <a:pPr/>
              <a:t>25.01.2026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E6D8F-491D-4D55-B6ED-8AA5A439E13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76793770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20248-FD06-4FBA-BD46-C26BD7347025}" type="datetimeFigureOut">
              <a:rPr lang="ru-RU" smtClean="0"/>
              <a:pPr/>
              <a:t>25.01.2026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E6D8F-491D-4D55-B6ED-8AA5A439E13C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184177630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20248-FD06-4FBA-BD46-C26BD7347025}" type="datetimeFigureOut">
              <a:rPr lang="ru-RU" smtClean="0"/>
              <a:pPr/>
              <a:t>25.01.2026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E6D8F-491D-4D55-B6ED-8AA5A439E13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669119526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20248-FD06-4FBA-BD46-C26BD7347025}" type="datetimeFigureOut">
              <a:rPr lang="ru-RU" smtClean="0"/>
              <a:pPr/>
              <a:t>25.01.2026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E6D8F-491D-4D55-B6ED-8AA5A439E13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266665724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20248-FD06-4FBA-BD46-C26BD7347025}" type="datetimeFigureOut">
              <a:rPr lang="ru-RU" smtClean="0"/>
              <a:pPr/>
              <a:t>25.01.2026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E6D8F-491D-4D55-B6ED-8AA5A439E13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76390523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20248-FD06-4FBA-BD46-C26BD7347025}" type="datetimeFigureOut">
              <a:rPr lang="ru-RU" smtClean="0"/>
              <a:pPr/>
              <a:t>25.01.2026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E6D8F-491D-4D55-B6ED-8AA5A439E13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85280897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C620248-FD06-4FBA-BD46-C26BD7347025}" type="datetimeFigureOut">
              <a:rPr lang="ru-RU" smtClean="0"/>
              <a:pPr/>
              <a:t>25.01.2026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E8E6D8F-491D-4D55-B6ED-8AA5A439E13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536341272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20248-FD06-4FBA-BD46-C26BD7347025}" type="datetimeFigureOut">
              <a:rPr lang="ru-RU" smtClean="0"/>
              <a:pPr/>
              <a:t>25.01.2026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E6D8F-491D-4D55-B6ED-8AA5A439E13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441839131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20248-FD06-4FBA-BD46-C26BD7347025}" type="datetimeFigureOut">
              <a:rPr lang="ru-RU" smtClean="0"/>
              <a:pPr/>
              <a:t>25.01.2026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E6D8F-491D-4D55-B6ED-8AA5A439E13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578475873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20248-FD06-4FBA-BD46-C26BD7347025}" type="datetimeFigureOut">
              <a:rPr lang="ru-RU" smtClean="0"/>
              <a:pPr/>
              <a:t>25.01.2026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E6D8F-491D-4D55-B6ED-8AA5A439E13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010605257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C620248-FD06-4FBA-BD46-C26BD7347025}" type="datetimeFigureOut">
              <a:rPr lang="ru-RU" smtClean="0"/>
              <a:pPr/>
              <a:t>25.01.2026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E8E6D8F-491D-4D55-B6ED-8AA5A439E13C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787449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ransition spd="slow">
    <p:wipe/>
  </p:transition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59089" y="4245447"/>
            <a:ext cx="10493829" cy="3483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659770" y="2790412"/>
            <a:ext cx="2759701" cy="433586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1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СЕТЬ ЦЕНТРОВ ЦИФРОВОГО</a:t>
            </a:r>
            <a:br>
              <a:rPr lang="ru-RU" sz="1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1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ОБРАЗОВАНИЯ ДЕТЕЙ «</a:t>
            </a:r>
            <a:r>
              <a:rPr lang="en-US" sz="1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IT-</a:t>
            </a:r>
            <a:r>
              <a:rPr lang="ru-RU" sz="1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КУБ»</a:t>
            </a:r>
            <a:endParaRPr lang="ru-RU" sz="1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https://sun9-16.userapi.com/c858028/v858028342/1cc6a2/-_B74BFDApU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41337" y="1407909"/>
            <a:ext cx="1378097" cy="1378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3047999" y="492762"/>
            <a:ext cx="5919537" cy="85344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ru-RU" sz="1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МИНИСТЕРСТВО ОБРАЗОВАНИЯ И НАУКИ НИЖЕГОРОДСКОЙ ОБЛАСТИ</a:t>
            </a:r>
          </a:p>
          <a:p>
            <a:pPr algn="ctr">
              <a:lnSpc>
                <a:spcPct val="120000"/>
              </a:lnSpc>
            </a:pPr>
            <a:r>
              <a:rPr lang="ru-RU" sz="1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ГОСУДАРСТВЕННОЕ БЮДЖЕТНОЕ ПРОФЕССИОНАЛЬНОЕ ОБРАЗОВАТЕЛЬНОЕ УЧРЕЖДЕНИЕ</a:t>
            </a:r>
          </a:p>
          <a:p>
            <a:pPr algn="ctr">
              <a:lnSpc>
                <a:spcPct val="120000"/>
              </a:lnSpc>
            </a:pPr>
            <a:r>
              <a:rPr lang="ru-RU" sz="1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«АРЗАМАССКИЙ ТЕХНИКУМ СТРОИТЕЛЬСТВА И ПРЕДПРИНИМАТЕЛЬСТВА»</a:t>
            </a:r>
          </a:p>
          <a:p>
            <a:pPr algn="ctr">
              <a:lnSpc>
                <a:spcPct val="120000"/>
              </a:lnSpc>
            </a:pPr>
            <a:r>
              <a:rPr lang="ru-RU" sz="1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ЦЕНТР ЦИФРОВОГО ОБРАЗОВАНИЯ ДЕТЕЙ «</a:t>
            </a:r>
            <a:r>
              <a:rPr lang="en-US" sz="1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IT</a:t>
            </a:r>
            <a:r>
              <a:rPr lang="ru-RU" sz="1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-КУБ»</a:t>
            </a:r>
            <a:endParaRPr lang="ru-RU" sz="1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1781176" y="3537766"/>
            <a:ext cx="8279814" cy="44342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ПРОЕКТ ПО НАПРАВЛЕНИЮ «Промышленное программирование»</a:t>
            </a:r>
            <a:endParaRPr lang="en-US" sz="16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00000"/>
              </a:lnSpc>
            </a:pPr>
            <a:endParaRPr lang="ru-RU" sz="16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ru-RU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«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Гном и 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кристаллы</a:t>
            </a:r>
            <a:r>
              <a:rPr lang="ru-RU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»</a:t>
            </a:r>
            <a:endParaRPr lang="en-US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2825330" y="3723851"/>
            <a:ext cx="6695121" cy="78814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endParaRPr lang="ru-RU" sz="2400" dirty="0">
              <a:solidFill>
                <a:schemeClr val="tx1">
                  <a:lumMod val="65000"/>
                  <a:lumOff val="35000"/>
                </a:schemeClr>
              </a:solidFill>
              <a:latin typeface="Circe Bold" panose="020B0602020203020203" pitchFamily="34" charset="-52"/>
            </a:endParaRPr>
          </a:p>
        </p:txBody>
      </p:sp>
      <p:sp>
        <p:nvSpPr>
          <p:cNvPr id="10" name="Заголовок 1"/>
          <p:cNvSpPr txBox="1">
            <a:spLocks/>
          </p:cNvSpPr>
          <p:nvPr/>
        </p:nvSpPr>
        <p:spPr>
          <a:xfrm>
            <a:off x="7237170" y="4223658"/>
            <a:ext cx="3657600" cy="61943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00000"/>
              </a:lnSpc>
            </a:pPr>
            <a:endParaRPr lang="ru-RU" sz="1600" dirty="0">
              <a:solidFill>
                <a:schemeClr val="tx1">
                  <a:lumMod val="65000"/>
                  <a:lumOff val="35000"/>
                </a:schemeClr>
              </a:solidFill>
              <a:latin typeface="Circe Bold" panose="020B0602020203020203" pitchFamily="34" charset="-52"/>
            </a:endParaRPr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8532355" y="4986193"/>
            <a:ext cx="2362415" cy="5331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00000"/>
              </a:lnSpc>
            </a:pPr>
            <a:r>
              <a:rPr lang="ru-RU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Дятлов А. С.</a:t>
            </a:r>
            <a:endParaRPr lang="ru-RU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Заголовок 1"/>
          <p:cNvSpPr txBox="1">
            <a:spLocks/>
          </p:cNvSpPr>
          <p:nvPr/>
        </p:nvSpPr>
        <p:spPr>
          <a:xfrm>
            <a:off x="1286703" y="4302802"/>
            <a:ext cx="2362415" cy="5331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ОБУЧАЮЩИЙСЯ:</a:t>
            </a:r>
            <a:endParaRPr lang="ru-RU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Заголовок 1"/>
          <p:cNvSpPr txBox="1">
            <a:spLocks/>
          </p:cNvSpPr>
          <p:nvPr/>
        </p:nvSpPr>
        <p:spPr>
          <a:xfrm>
            <a:off x="1365663" y="4992504"/>
            <a:ext cx="2611796" cy="5331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ПЕДАГОГ:</a:t>
            </a:r>
            <a:endParaRPr lang="ru-RU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Заголовок 1"/>
          <p:cNvSpPr txBox="1">
            <a:spLocks/>
          </p:cNvSpPr>
          <p:nvPr/>
        </p:nvSpPr>
        <p:spPr>
          <a:xfrm>
            <a:off x="2682826" y="5790392"/>
            <a:ext cx="6695121" cy="5331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АРЗАМАС</a:t>
            </a:r>
          </a:p>
          <a:p>
            <a:pPr algn="ctr">
              <a:lnSpc>
                <a:spcPct val="100000"/>
              </a:lnSpc>
            </a:pPr>
            <a:r>
              <a:rPr lang="ru-RU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2025</a:t>
            </a:r>
            <a:endParaRPr lang="ru-RU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Заголовок 1"/>
          <p:cNvSpPr txBox="1">
            <a:spLocks/>
          </p:cNvSpPr>
          <p:nvPr/>
        </p:nvSpPr>
        <p:spPr>
          <a:xfrm>
            <a:off x="7743826" y="4388050"/>
            <a:ext cx="3150944" cy="5331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00000"/>
              </a:lnSpc>
            </a:pPr>
            <a:r>
              <a:rPr lang="ru-RU" sz="1600" dirty="0" smtClean="0">
                <a:solidFill>
                  <a:schemeClr val="tx1"/>
                </a:solidFill>
                <a:latin typeface="Circe Bold" panose="020B0602020203020203" pitchFamily="34" charset="-52"/>
              </a:rPr>
              <a:t>Лазарем Матвей Александрович</a:t>
            </a:r>
            <a:endParaRPr lang="ru-RU" sz="1600" dirty="0">
              <a:solidFill>
                <a:schemeClr val="tx1"/>
              </a:solidFill>
              <a:latin typeface="Circe Bold" panose="020B0602020203020203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1723930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637313"/>
            <a:ext cx="10058400" cy="1053870"/>
          </a:xfrm>
        </p:spPr>
        <p:txBody>
          <a:bodyPr>
            <a:normAutofit/>
          </a:bodyPr>
          <a:lstStyle/>
          <a:p>
            <a:r>
              <a:rPr lang="ru-RU" sz="4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itchFamily="18" charset="0"/>
                <a:cs typeface="Times New Roman" pitchFamily="18" charset="0"/>
              </a:rPr>
              <a:t>ЦЕЛЬ И ЗАДАЧИ</a:t>
            </a:r>
            <a:endParaRPr lang="ru-RU" sz="4400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7280" y="2036560"/>
            <a:ext cx="10058400" cy="3832533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itchFamily="18" charset="0"/>
                <a:cs typeface="Times New Roman" pitchFamily="18" charset="0"/>
              </a:rPr>
              <a:t>ЦЕЛЬ</a:t>
            </a:r>
            <a:r>
              <a:rPr lang="ru-RU" sz="3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3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создать</a:t>
            </a:r>
            <a:r>
              <a:rPr lang="ru-RU" sz="3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игру «</a:t>
            </a:r>
            <a:r>
              <a:rPr lang="ru-RU" sz="3600" dirty="0" smtClean="0"/>
              <a:t>Гном</a:t>
            </a:r>
            <a:r>
              <a:rPr lang="ru-RU" sz="3600" dirty="0" smtClean="0"/>
              <a:t> и кристаллы</a:t>
            </a:r>
            <a:r>
              <a:rPr lang="ru-RU" sz="3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»</a:t>
            </a:r>
            <a:endParaRPr lang="ru-RU" sz="3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sz="3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ЗАДАЧИ:</a:t>
            </a:r>
            <a:r>
              <a:rPr lang="ru-RU" sz="3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sz="36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3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1) </a:t>
            </a:r>
            <a:r>
              <a:rPr lang="ru-RU" sz="3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Продумать функционал </a:t>
            </a:r>
            <a:r>
              <a:rPr lang="ru-RU" sz="3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игры</a:t>
            </a:r>
            <a:r>
              <a:rPr lang="en-US" sz="3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;</a:t>
            </a:r>
            <a:endParaRPr lang="ru-RU" sz="36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sz="3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2) Спроектировать </a:t>
            </a:r>
            <a:r>
              <a:rPr lang="ru-RU" sz="3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игру</a:t>
            </a:r>
            <a:r>
              <a:rPr lang="en-US" sz="3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;</a:t>
            </a:r>
            <a:endParaRPr lang="ru-RU" sz="36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sz="3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3) Написать программный код </a:t>
            </a:r>
            <a:r>
              <a:rPr lang="ru-RU" sz="3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игры</a:t>
            </a:r>
            <a:r>
              <a:rPr lang="en-US" sz="3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36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7"/>
            <a:endParaRPr lang="ru-RU" sz="1800" dirty="0" smtClean="0">
              <a:solidFill>
                <a:schemeClr val="tx1">
                  <a:lumMod val="65000"/>
                  <a:lumOff val="35000"/>
                </a:schemeClr>
              </a:solidFill>
              <a:latin typeface="Circe Bold" panose="020B0602020203020203" pitchFamily="34" charset="-52"/>
            </a:endParaRPr>
          </a:p>
          <a:p>
            <a:pPr marL="0" indent="0">
              <a:buNone/>
            </a:pPr>
            <a:endParaRPr lang="ru-RU" sz="2400" dirty="0">
              <a:solidFill>
                <a:schemeClr val="tx1">
                  <a:lumMod val="65000"/>
                  <a:lumOff val="35000"/>
                </a:schemeClr>
              </a:solidFill>
              <a:latin typeface="Circe Bold" panose="020B0602020203020203" pitchFamily="34" charset="-52"/>
            </a:endParaRPr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9663170" y="1277164"/>
            <a:ext cx="1510944" cy="3022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IT-CUBE.</a:t>
            </a:r>
            <a:r>
              <a:rPr lang="ru-RU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АРЗАМАС</a:t>
            </a:r>
            <a:endParaRPr lang="ru-RU" sz="1200" dirty="0">
              <a:solidFill>
                <a:schemeClr val="tx1">
                  <a:lumMod val="65000"/>
                  <a:lumOff val="35000"/>
                </a:schemeClr>
              </a:solidFill>
              <a:latin typeface="Circe Bold" panose="020B0602020203020203" pitchFamily="34" charset="-52"/>
            </a:endParaRPr>
          </a:p>
        </p:txBody>
      </p:sp>
      <p:pic>
        <p:nvPicPr>
          <p:cNvPr id="5" name="Picture 2" descr="https://sun9-16.userapi.com/c858028/v858028342/1cc6a2/-_B74BFDApU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938375" y="291936"/>
            <a:ext cx="960534" cy="960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40579422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637313"/>
            <a:ext cx="10058400" cy="1053870"/>
          </a:xfrm>
        </p:spPr>
        <p:txBody>
          <a:bodyPr>
            <a:normAutofit/>
          </a:bodyPr>
          <a:lstStyle/>
          <a:p>
            <a:r>
              <a:rPr lang="ru-RU" sz="4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itchFamily="18" charset="0"/>
                <a:cs typeface="Times New Roman" pitchFamily="18" charset="0"/>
              </a:rPr>
              <a:t>АКТУАЛЬНОСТЬ</a:t>
            </a:r>
            <a:endParaRPr lang="ru-RU" sz="4400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7280" y="2059708"/>
            <a:ext cx="10058400" cy="380938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400" dirty="0" smtClean="0">
                <a:solidFill>
                  <a:srgbClr val="FF0000"/>
                </a:solidFill>
                <a:latin typeface="Circe Bold" panose="020B0602020203020203" pitchFamily="34" charset="-52"/>
              </a:rPr>
              <a:t>		</a:t>
            </a:r>
            <a:r>
              <a:rPr lang="ru-RU" sz="4000" dirty="0" smtClean="0"/>
              <a:t> Игры позволяют испытать новые эмоции и взаимодействовать с уникальными персонажами и сюжетами.</a:t>
            </a:r>
            <a:endParaRPr lang="ru-RU" sz="4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9663170" y="1277164"/>
            <a:ext cx="1510944" cy="3022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IT-CUBE.</a:t>
            </a:r>
            <a:r>
              <a:rPr lang="ru-RU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АРЗАМАС</a:t>
            </a:r>
            <a:endParaRPr lang="ru-RU" sz="1200" dirty="0">
              <a:solidFill>
                <a:schemeClr val="tx1">
                  <a:lumMod val="65000"/>
                  <a:lumOff val="35000"/>
                </a:schemeClr>
              </a:solidFill>
              <a:latin typeface="Circe Bold" panose="020B0602020203020203" pitchFamily="34" charset="-52"/>
            </a:endParaRPr>
          </a:p>
        </p:txBody>
      </p:sp>
      <p:pic>
        <p:nvPicPr>
          <p:cNvPr id="5" name="Picture 2" descr="https://sun9-16.userapi.com/c858028/v858028342/1cc6a2/-_B74BFDApU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892195" y="328882"/>
            <a:ext cx="960534" cy="960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https://sun9-16.userapi.com/c858028/v858028342/1cc6a2/-_B74BFDApU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938375" y="316630"/>
            <a:ext cx="960534" cy="960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95768183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637313"/>
            <a:ext cx="10058400" cy="1053870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itchFamily="18" charset="0"/>
                <a:cs typeface="Times New Roman" pitchFamily="18" charset="0"/>
              </a:rPr>
              <a:t>Задача игры</a:t>
            </a:r>
            <a:endParaRPr lang="ru-RU" sz="3600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7280" y="2059708"/>
            <a:ext cx="10058400" cy="3809385"/>
          </a:xfrm>
        </p:spPr>
        <p:txBody>
          <a:bodyPr>
            <a:normAutofit/>
          </a:bodyPr>
          <a:lstStyle/>
          <a:p>
            <a:pPr algn="just"/>
            <a:endParaRPr lang="ru-RU" sz="4000" dirty="0" smtClean="0">
              <a:solidFill>
                <a:schemeClr val="tx1">
                  <a:lumMod val="65000"/>
                  <a:lumOff val="3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 </a:t>
            </a:r>
            <a:r>
              <a:rPr lang="ru-RU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Главная задача собрать кристаллы и не попасться охотнику  </a:t>
            </a:r>
            <a:endParaRPr lang="ru-RU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Circe Bold" panose="020B0602020203020203" pitchFamily="34" charset="-52"/>
            </a:endParaRPr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9663170" y="1277164"/>
            <a:ext cx="1510944" cy="3022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IT-CUBE.</a:t>
            </a:r>
            <a:r>
              <a:rPr lang="ru-RU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АРЗАМАС</a:t>
            </a:r>
            <a:endParaRPr lang="ru-RU" sz="1200" dirty="0">
              <a:solidFill>
                <a:schemeClr val="tx1">
                  <a:lumMod val="65000"/>
                  <a:lumOff val="35000"/>
                </a:schemeClr>
              </a:solidFill>
              <a:latin typeface="Circe Bold" panose="020B0602020203020203" pitchFamily="34" charset="-52"/>
            </a:endParaRPr>
          </a:p>
        </p:txBody>
      </p:sp>
      <p:pic>
        <p:nvPicPr>
          <p:cNvPr id="5" name="Picture 2" descr="https://sun9-16.userapi.com/c858028/v858028342/1cc6a2/-_B74BFDApU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620165" y="0"/>
            <a:ext cx="960534" cy="960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2921525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637313"/>
            <a:ext cx="10058400" cy="1053870"/>
          </a:xfrm>
        </p:spPr>
        <p:txBody>
          <a:bodyPr>
            <a:normAutofit/>
          </a:bodyPr>
          <a:lstStyle/>
          <a:p>
            <a:r>
              <a:rPr lang="ru-RU" sz="4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ВНЕШНИЙ ВИД</a:t>
            </a:r>
            <a:endParaRPr lang="ru-RU" sz="4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9663170" y="1277164"/>
            <a:ext cx="1510944" cy="3022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IT-CUBE.</a:t>
            </a:r>
            <a:r>
              <a:rPr lang="ru-RU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АРЗАМАС</a:t>
            </a:r>
            <a:endParaRPr lang="ru-RU" sz="1200" dirty="0">
              <a:solidFill>
                <a:schemeClr val="tx1">
                  <a:lumMod val="65000"/>
                  <a:lumOff val="35000"/>
                </a:schemeClr>
              </a:solidFill>
              <a:latin typeface="Circe Bold" panose="020B0602020203020203" pitchFamily="34" charset="-52"/>
            </a:endParaRPr>
          </a:p>
        </p:txBody>
      </p:sp>
      <p:pic>
        <p:nvPicPr>
          <p:cNvPr id="5" name="Picture 2" descr="https://sun9-16.userapi.com/c858028/v858028342/1cc6a2/-_B74BFDApU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938375" y="254991"/>
            <a:ext cx="960534" cy="960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 l="3742" r="18324" b="3902"/>
          <a:stretch>
            <a:fillRect/>
          </a:stretch>
        </p:blipFill>
        <p:spPr bwMode="auto">
          <a:xfrm>
            <a:off x="1104405" y="1790879"/>
            <a:ext cx="4607626" cy="4545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4"/>
          <a:srcRect l="2597" r="19578" b="5134"/>
          <a:stretch>
            <a:fillRect/>
          </a:stretch>
        </p:blipFill>
        <p:spPr bwMode="auto">
          <a:xfrm>
            <a:off x="6664431" y="1721922"/>
            <a:ext cx="4688379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425598944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637313"/>
            <a:ext cx="10058400" cy="1053870"/>
          </a:xfrm>
        </p:spPr>
        <p:txBody>
          <a:bodyPr>
            <a:normAutofit/>
          </a:bodyPr>
          <a:lstStyle/>
          <a:p>
            <a:r>
              <a:rPr lang="ru-RU" sz="4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ТЕХНИЧЕСКОЕ ОБЕСПЕЧЕНИЕ</a:t>
            </a:r>
            <a:endParaRPr lang="ru-RU" sz="4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7280" y="2045525"/>
            <a:ext cx="10058400" cy="3809385"/>
          </a:xfrm>
        </p:spPr>
        <p:txBody>
          <a:bodyPr>
            <a:normAutofit/>
          </a:bodyPr>
          <a:lstStyle/>
          <a:p>
            <a:pPr algn="just"/>
            <a:r>
              <a:rPr lang="ru-RU" sz="3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itchFamily="18" charset="0"/>
                <a:cs typeface="Times New Roman" pitchFamily="18" charset="0"/>
              </a:rPr>
              <a:t>Язык программирования </a:t>
            </a:r>
            <a:r>
              <a:rPr lang="en-US" sz="3600" b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Python</a:t>
            </a:r>
          </a:p>
          <a:p>
            <a:pPr algn="just"/>
            <a:r>
              <a:rPr lang="ru-RU" sz="3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itchFamily="18" charset="0"/>
                <a:cs typeface="Times New Roman" pitchFamily="18" charset="0"/>
              </a:rPr>
              <a:t>Среда разработки</a:t>
            </a:r>
            <a:r>
              <a:rPr lang="en-US" sz="3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b="1" dirty="0" err="1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PyCharm</a:t>
            </a:r>
            <a:r>
              <a:rPr lang="en-US" sz="3600" b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Community Edition</a:t>
            </a:r>
            <a:endParaRPr lang="ru-RU" sz="3600" b="1" dirty="0" smtClean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9663170" y="1287593"/>
            <a:ext cx="1510944" cy="3022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IT-CUBE.</a:t>
            </a:r>
            <a:r>
              <a:rPr lang="ru-RU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АРЗАМАС</a:t>
            </a:r>
            <a:endParaRPr lang="ru-RU" sz="1200" dirty="0">
              <a:solidFill>
                <a:schemeClr val="tx1">
                  <a:lumMod val="65000"/>
                  <a:lumOff val="35000"/>
                </a:schemeClr>
              </a:solidFill>
              <a:latin typeface="Circe Bold" panose="020B0602020203020203" pitchFamily="34" charset="-52"/>
            </a:endParaRPr>
          </a:p>
        </p:txBody>
      </p:sp>
      <p:pic>
        <p:nvPicPr>
          <p:cNvPr id="5" name="Picture 2" descr="https://sun9-16.userapi.com/c858028/v858028342/1cc6a2/-_B74BFDApU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938375" y="291937"/>
            <a:ext cx="960534" cy="960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101" name="AutoShape 5" descr="https://blog.skillfactory.ru/wp-content/uploads/2023/02/pycharm_icon.svg-6137743.png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103" name="AutoShape 7" descr="https://blog.skillfactory.ru/wp-content/uploads/2023/02/pycharm_icon.svg-6137743.png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105" name="AutoShape 9" descr="https://blog.skillfactory.ru/wp-content/uploads/2023/02/pycharm_icon.svg-6137743.png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4152686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76646" y="637313"/>
            <a:ext cx="10058400" cy="1053870"/>
          </a:xfrm>
        </p:spPr>
        <p:txBody>
          <a:bodyPr>
            <a:normAutofit/>
          </a:bodyPr>
          <a:lstStyle/>
          <a:p>
            <a:r>
              <a:rPr lang="ru-RU" sz="3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ВЫВОДЫ</a:t>
            </a:r>
            <a:endParaRPr lang="ru-RU" sz="38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7280" y="2059708"/>
            <a:ext cx="10058400" cy="3809385"/>
          </a:xfrm>
        </p:spPr>
        <p:txBody>
          <a:bodyPr>
            <a:normAutofit/>
          </a:bodyPr>
          <a:lstStyle/>
          <a:p>
            <a:pPr algn="just"/>
            <a:endParaRPr lang="ru-RU" sz="2400" dirty="0">
              <a:solidFill>
                <a:schemeClr val="tx1">
                  <a:lumMod val="65000"/>
                  <a:lumOff val="35000"/>
                </a:schemeClr>
              </a:solidFill>
              <a:latin typeface="Circe Bold" panose="020B0602020203020203" pitchFamily="34" charset="-52"/>
            </a:endParaRPr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9663170" y="1277164"/>
            <a:ext cx="1510944" cy="3022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IT-CUBE.</a:t>
            </a:r>
            <a:r>
              <a:rPr lang="ru-RU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АРЗАМАС</a:t>
            </a:r>
            <a:endParaRPr lang="ru-RU" sz="1200" dirty="0">
              <a:solidFill>
                <a:schemeClr val="tx1">
                  <a:lumMod val="65000"/>
                  <a:lumOff val="35000"/>
                </a:schemeClr>
              </a:solidFill>
              <a:latin typeface="Circe Bold" panose="020B0602020203020203" pitchFamily="34" charset="-52"/>
            </a:endParaRPr>
          </a:p>
        </p:txBody>
      </p:sp>
      <p:pic>
        <p:nvPicPr>
          <p:cNvPr id="5" name="Picture 2" descr="https://sun9-16.userapi.com/c858028/v858028342/1cc6a2/-_B74BFDApU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938375" y="291937"/>
            <a:ext cx="960534" cy="960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1090862" y="1932620"/>
            <a:ext cx="11101138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Была создана игра «</a:t>
            </a:r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Гном</a:t>
            </a:r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 и </a:t>
            </a:r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кристаллы</a:t>
            </a:r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»</a:t>
            </a:r>
            <a:endParaRPr lang="ru-RU" sz="3600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  <a:p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AutoNum type="arabicParenR"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xmlns="" val="162097552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idx="4294967295"/>
          </p:nvPr>
        </p:nvSpPr>
        <p:spPr>
          <a:xfrm>
            <a:off x="795367" y="4350327"/>
            <a:ext cx="10674350" cy="1074796"/>
          </a:xfrm>
        </p:spPr>
        <p:txBody>
          <a:bodyPr>
            <a:normAutofit/>
          </a:bodyPr>
          <a:lstStyle/>
          <a:p>
            <a:pPr algn="ctr"/>
            <a:r>
              <a:rPr lang="ru-RU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СПАСИБО ЗА ВНИМАНИЕ!</a:t>
            </a:r>
            <a:endParaRPr lang="ru-RU" sz="4800" dirty="0">
              <a:solidFill>
                <a:schemeClr val="tx1">
                  <a:lumMod val="65000"/>
                  <a:lumOff val="35000"/>
                </a:schemeClr>
              </a:solidFill>
              <a:latin typeface="Circe Bold" panose="020B0602020203020203" pitchFamily="34" charset="-52"/>
            </a:endParaRPr>
          </a:p>
        </p:txBody>
      </p:sp>
      <p:pic>
        <p:nvPicPr>
          <p:cNvPr id="1026" name="Picture 2" descr="https://sun9-16.userapi.com/c858028/v858028342/1cc6a2/-_B74BFDApU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61947" y="908853"/>
            <a:ext cx="3341189" cy="3341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45216417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Ретро">
  <a:themeElements>
    <a:clrScheme name="Ретро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Ретро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2307</TotalTime>
  <Words>108</Words>
  <Application>Microsoft Office PowerPoint</Application>
  <PresentationFormat>Произвольный</PresentationFormat>
  <Paragraphs>40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Ретро</vt:lpstr>
      <vt:lpstr>СЕТЬ ЦЕНТРОВ ЦИФРОВОГО ОБРАЗОВАНИЯ ДЕТЕЙ «IT-КУБ»</vt:lpstr>
      <vt:lpstr>ЦЕЛЬ И ЗАДАЧИ</vt:lpstr>
      <vt:lpstr>АКТУАЛЬНОСТЬ</vt:lpstr>
      <vt:lpstr>Задача игры</vt:lpstr>
      <vt:lpstr>ВНЕШНИЙ ВИД</vt:lpstr>
      <vt:lpstr>ТЕХНИЧЕСКОЕ ОБЕСПЕЧЕНИЕ</vt:lpstr>
      <vt:lpstr>ВЫВОДЫ</vt:lpstr>
      <vt:lpstr>СПАСИБО ЗА ВНИМАНИЕ!</vt:lpstr>
    </vt:vector>
  </TitlesOfParts>
  <Company>SPecialiST RePack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IT-куб г. Арзамас</dc:title>
  <dc:creator>Денис Дятлов</dc:creator>
  <cp:lastModifiedBy>Windows User</cp:lastModifiedBy>
  <cp:revision>108</cp:revision>
  <dcterms:created xsi:type="dcterms:W3CDTF">2020-06-28T20:27:01Z</dcterms:created>
  <dcterms:modified xsi:type="dcterms:W3CDTF">2026-01-25T17:44:32Z</dcterms:modified>
</cp:coreProperties>
</file>